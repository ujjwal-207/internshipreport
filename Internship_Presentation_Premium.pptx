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89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69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15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903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0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6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9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1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78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9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9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5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Internship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Development of Learning Management System (LMS)</a:t>
            </a:r>
          </a:p>
          <a:p>
            <a:pPr>
              <a:defRPr sz="2000"/>
            </a:pPr>
            <a:r>
              <a:t>Frontend Developer Intern</a:t>
            </a:r>
          </a:p>
          <a:p>
            <a:pPr>
              <a:defRPr sz="2000"/>
            </a:pPr>
            <a:r>
              <a:t>Bits Panda Pvt. Ltd.</a:t>
            </a:r>
          </a:p>
          <a:p>
            <a:pPr>
              <a:defRPr sz="2000"/>
            </a:pPr>
            <a:r>
              <a:t>Ujjwal Nepal (28274/078)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Introduction to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Bits Panda Pvt. Ltd. is a modern IT solution provider focused on digital transformation</a:t>
            </a:r>
          </a:p>
          <a:p>
            <a:pPr>
              <a:defRPr sz="2000"/>
            </a:pPr>
            <a:r>
              <a:rPr dirty="0"/>
              <a:t>The company delivers web applications, mobile apps, and enterprise software systems</a:t>
            </a:r>
          </a:p>
          <a:p>
            <a:pPr>
              <a:defRPr sz="2000"/>
            </a:pPr>
            <a:r>
              <a:rPr dirty="0"/>
              <a:t>It emphasizes scalable, secure, and user-centric solutions for clients</a:t>
            </a:r>
          </a:p>
          <a:p>
            <a:pPr>
              <a:defRPr sz="2000"/>
            </a:pPr>
            <a:r>
              <a:rPr dirty="0"/>
              <a:t>The organization provides a collaborative environment encouraging innovation and learning</a:t>
            </a:r>
          </a:p>
          <a:p>
            <a:pPr>
              <a:defRPr sz="2000"/>
            </a:pPr>
            <a:r>
              <a:rPr dirty="0"/>
              <a:t>I joined the company in </a:t>
            </a:r>
            <a:r>
              <a:rPr lang="en-US" dirty="0"/>
              <a:t>March</a:t>
            </a:r>
            <a:r>
              <a:rPr dirty="0"/>
              <a:t> 2025 as a Frontend Developer Intern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pPr>
              <a:defRPr sz="2000"/>
            </a:pPr>
            <a:r>
              <a:t>Many organizations lack a centralized system to manage learning and training activities</a:t>
            </a:r>
          </a:p>
          <a:p>
            <a:pPr>
              <a:defRPr sz="2000"/>
            </a:pPr>
            <a:r>
              <a:t>Training is often handled through disconnected tools such as spreadsheets, emails, and manual records</a:t>
            </a:r>
          </a:p>
          <a:p>
            <a:pPr>
              <a:defRPr sz="2000"/>
            </a:pPr>
            <a:r>
              <a:t>Learners face difficulty in accessing structured content and tracking their progress</a:t>
            </a:r>
          </a:p>
          <a:p>
            <a:pPr>
              <a:defRPr sz="2000"/>
            </a:pPr>
            <a:r>
              <a:t>Administrators struggle to manage data, monitor performance, and generate accurate reports</a:t>
            </a:r>
          </a:p>
          <a:p>
            <a:pPr>
              <a:defRPr sz="2000"/>
            </a:pPr>
            <a:r>
              <a:t>These challenges reduce efficiency, increase workload, and affect 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defRPr sz="2000"/>
            </a:pPr>
            <a:r>
              <a:t>To design and develop a centralized Learning Management System (LMS)</a:t>
            </a:r>
          </a:p>
          <a:p>
            <a:pPr>
              <a:defRPr sz="2000"/>
            </a:pPr>
            <a:r>
              <a:t>To implement secure authentication and role-based access control</a:t>
            </a:r>
          </a:p>
          <a:p>
            <a:pPr>
              <a:defRPr sz="2000"/>
            </a:pPr>
            <a:r>
              <a:t>To provide structured learning content including courses, lessons, and assessments</a:t>
            </a:r>
          </a:p>
          <a:p>
            <a:pPr>
              <a:defRPr sz="2000"/>
            </a:pPr>
            <a:r>
              <a:t>To track learner progress, performance, and engagement effectively</a:t>
            </a:r>
          </a:p>
          <a:p>
            <a:pPr>
              <a:defRPr sz="2000"/>
            </a:pPr>
            <a:r>
              <a:t>To improve overall usability, accessibility, and system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defRPr sz="2000"/>
            </a:pPr>
            <a:r>
              <a:t>The LMS is designed as a centralized platform for delivering digital learning content</a:t>
            </a:r>
          </a:p>
          <a:p>
            <a:pPr>
              <a:defRPr sz="2000"/>
            </a:pPr>
            <a:r>
              <a:t>Administrators can manage users, courses, lessons, and access permissions</a:t>
            </a:r>
          </a:p>
          <a:p>
            <a:pPr>
              <a:defRPr sz="2000"/>
            </a:pPr>
            <a:r>
              <a:t>Learners can access courses, navigate lessons, and complete activities in a structured way</a:t>
            </a:r>
          </a:p>
          <a:p>
            <a:pPr>
              <a:defRPr sz="2000"/>
            </a:pPr>
            <a:r>
              <a:t>The system maintains records of user activity, progress, and performance</a:t>
            </a:r>
          </a:p>
          <a:p>
            <a:pPr>
              <a:defRPr sz="2000"/>
            </a:pPr>
            <a:r>
              <a:t>It ensures a smooth, organized, and efficient learning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defRPr sz="2000"/>
            </a:pPr>
            <a:r>
              <a:t>React.js with Vite was used to build a fast and modern frontend interface</a:t>
            </a:r>
          </a:p>
          <a:p>
            <a:pPr>
              <a:defRPr sz="2000"/>
            </a:pPr>
            <a:r>
              <a:t>Redux Toolkit was implemented for efficient state management</a:t>
            </a:r>
          </a:p>
          <a:p>
            <a:pPr>
              <a:defRPr sz="2000"/>
            </a:pPr>
            <a:r>
              <a:t>Tailwind CSS and Material UI were used for responsive and clean UI design</a:t>
            </a:r>
          </a:p>
          <a:p>
            <a:pPr>
              <a:defRPr sz="2000"/>
            </a:pPr>
            <a:r>
              <a:t>Axios was used for handling API communication between frontend and backend</a:t>
            </a:r>
          </a:p>
          <a:p>
            <a:pPr>
              <a:defRPr sz="2000"/>
            </a:pPr>
            <a:r>
              <a:t>React Router enabled seamless navigation and protected routes</a:t>
            </a:r>
          </a:p>
          <a:p>
            <a:pPr>
              <a:defRPr sz="2000"/>
            </a:pPr>
            <a:r>
              <a:t>The application was deployed using Microsoft Azure for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2000"/>
            </a:pPr>
            <a:r>
              <a:t>The system follows a client-server architecture model</a:t>
            </a:r>
          </a:p>
          <a:p>
            <a:pPr>
              <a:defRPr sz="2000"/>
            </a:pPr>
            <a:r>
              <a:t>Frontend communicates with backend through REST APIs</a:t>
            </a:r>
          </a:p>
          <a:p>
            <a:pPr>
              <a:defRPr sz="2000"/>
            </a:pPr>
            <a:r>
              <a:t>Backend handles business logic and data processing</a:t>
            </a:r>
          </a:p>
          <a:p>
            <a:pPr>
              <a:defRPr sz="2000"/>
            </a:pPr>
            <a:r>
              <a:t>Database stores user data, courses, and progress information</a:t>
            </a:r>
          </a:p>
          <a:p>
            <a:pPr>
              <a:defRPr sz="2000"/>
            </a:pPr>
            <a:r>
              <a:t>This architecture ensures scalability, maintainability, and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Role-based authentication system to ensure secure access</a:t>
            </a:r>
          </a:p>
          <a:p>
            <a:pPr>
              <a:defRPr sz="2000"/>
            </a:pPr>
            <a:r>
              <a:t>Protected routes to restrict unauthorized page access</a:t>
            </a:r>
          </a:p>
          <a:p>
            <a:pPr>
              <a:defRPr sz="2000"/>
            </a:pPr>
            <a:r>
              <a:t>Structured navigation from course to lesson to content</a:t>
            </a:r>
          </a:p>
          <a:p>
            <a:pPr>
              <a:defRPr sz="2000"/>
            </a:pPr>
            <a:r>
              <a:t>Progress tracking system to monitor learner activity</a:t>
            </a:r>
          </a:p>
          <a:p>
            <a:pPr>
              <a:defRPr sz="2000"/>
            </a:pPr>
            <a:r>
              <a:t>Dashboard with analytics for performance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2000"/>
            </a:pPr>
            <a:r>
              <a:t>Developed and improved user interface components using React.js</a:t>
            </a:r>
          </a:p>
          <a:p>
            <a:pPr>
              <a:defRPr sz="2000"/>
            </a:pPr>
            <a:r>
              <a:t>Integrated frontend components with backend APIs for dynamic data handling</a:t>
            </a:r>
          </a:p>
          <a:p>
            <a:pPr>
              <a:defRPr sz="2000"/>
            </a:pPr>
            <a:r>
              <a:t>Implemented routing and navigation using React Router</a:t>
            </a:r>
          </a:p>
          <a:p>
            <a:pPr>
              <a:defRPr sz="2000"/>
            </a:pPr>
            <a:r>
              <a:t>Designed reusable and maintainable components for scalability</a:t>
            </a:r>
          </a:p>
          <a:p>
            <a:pPr>
              <a:defRPr sz="2000"/>
            </a:pPr>
            <a:r>
              <a:t>Debugged issues and improved application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Activities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2000"/>
            </a:pPr>
            <a:r>
              <a:t>Set up project environment using Vite and React</a:t>
            </a:r>
          </a:p>
          <a:p>
            <a:pPr>
              <a:defRPr sz="2000"/>
            </a:pPr>
            <a:r>
              <a:t>Worked on UI design and implementation based on Figma designs</a:t>
            </a:r>
          </a:p>
          <a:p>
            <a:pPr>
              <a:defRPr sz="2000"/>
            </a:pPr>
            <a:r>
              <a:t>Integrated APIs and managed application state using Redux Toolkit</a:t>
            </a:r>
          </a:p>
          <a:p>
            <a:pPr>
              <a:defRPr sz="2000"/>
            </a:pPr>
            <a:r>
              <a:t>Implemented form validation and error handling mechanisms</a:t>
            </a:r>
          </a:p>
          <a:p>
            <a:pPr>
              <a:defRPr sz="2000"/>
            </a:pPr>
            <a:r>
              <a:t>Tested features and optimized performance for better user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Handling dependency on backend APIs and managing asynchronous data</a:t>
            </a:r>
          </a:p>
          <a:p>
            <a:pPr>
              <a:defRPr sz="2000"/>
            </a:pPr>
            <a:r>
              <a:t>Optimizing performance while dealing with large datasets</a:t>
            </a:r>
          </a:p>
          <a:p>
            <a:pPr>
              <a:defRPr sz="2000"/>
            </a:pPr>
            <a:r>
              <a:t>Learning and adapting to new tools and frameworks quickly</a:t>
            </a:r>
          </a:p>
          <a:p>
            <a:pPr>
              <a:defRPr sz="2000"/>
            </a:pPr>
            <a:r>
              <a:t>Ensuring smooth user experience and system reliability</a:t>
            </a:r>
          </a:p>
          <a:p>
            <a:pPr>
              <a:defRPr sz="2000"/>
            </a:pPr>
            <a:r>
              <a:t>Managing time and feature scope within internship duration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defRPr sz="2000"/>
            </a:pPr>
            <a:r>
              <a:t>Gained hands-on experience in modern frontend development using React</a:t>
            </a:r>
          </a:p>
          <a:p>
            <a:pPr>
              <a:defRPr sz="2000"/>
            </a:pPr>
            <a:r>
              <a:t>Developed understanding of API integration and state management</a:t>
            </a:r>
          </a:p>
          <a:p>
            <a:pPr>
              <a:defRPr sz="2000"/>
            </a:pPr>
            <a:r>
              <a:t>Learned real-world software development practices and workflows</a:t>
            </a:r>
          </a:p>
          <a:p>
            <a:pPr>
              <a:defRPr sz="2000"/>
            </a:pPr>
            <a:r>
              <a:t>Improved problem-solving, debugging, and analytical skills</a:t>
            </a:r>
          </a:p>
          <a:p>
            <a:pPr>
              <a:defRPr sz="2000"/>
            </a:pPr>
            <a:r>
              <a:t>Enhanced teamwork and communication in a professional environment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2000"/>
            </a:pPr>
            <a:r>
              <a:t>The internship provided valuable exposure to real-world software development</a:t>
            </a:r>
          </a:p>
          <a:p>
            <a:pPr>
              <a:defRPr sz="2000"/>
            </a:pPr>
            <a:r>
              <a:t>Contributed to the development and improvement of LMS system</a:t>
            </a:r>
          </a:p>
          <a:p>
            <a:pPr>
              <a:defRPr sz="2000"/>
            </a:pPr>
            <a:r>
              <a:t>Strengthened both technical and professional competencies</a:t>
            </a:r>
          </a:p>
          <a:p>
            <a:pPr>
              <a:defRPr sz="2000"/>
            </a:pPr>
            <a:r>
              <a:t>Prepared for future opportunities in web and software development</a:t>
            </a:r>
          </a:p>
          <a:p>
            <a:pPr>
              <a:defRPr sz="2000"/>
            </a:pPr>
            <a:r>
              <a:t>Overall, it was a highly enriching and learning experience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06699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Thank You for your attention</a:t>
            </a:r>
          </a:p>
          <a:p>
            <a:pPr>
              <a:defRPr sz="2000"/>
            </a:pPr>
            <a:r>
              <a:t>I would be happy to answer any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649</Words>
  <Application>Microsoft Office PowerPoint</Application>
  <PresentationFormat>On-screen Show (4:3)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Internship Presentation</vt:lpstr>
      <vt:lpstr>Introduction to Organization</vt:lpstr>
      <vt:lpstr>Problem Statement</vt:lpstr>
      <vt:lpstr>Objectives</vt:lpstr>
      <vt:lpstr>System Overview</vt:lpstr>
      <vt:lpstr>Tech Stack</vt:lpstr>
      <vt:lpstr>System Architecture</vt:lpstr>
      <vt:lpstr>Features Implemented</vt:lpstr>
      <vt:lpstr>Roles &amp; Responsibilities</vt:lpstr>
      <vt:lpstr>Activities Performed</vt:lpstr>
      <vt:lpstr>Challenges Faced</vt:lpstr>
      <vt:lpstr>Learning Outcomes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bitspanda04@hotmail.com</cp:lastModifiedBy>
  <cp:revision>2</cp:revision>
  <dcterms:created xsi:type="dcterms:W3CDTF">2013-01-27T09:14:16Z</dcterms:created>
  <dcterms:modified xsi:type="dcterms:W3CDTF">2026-03-23T10:14:04Z</dcterms:modified>
  <cp:category/>
</cp:coreProperties>
</file>